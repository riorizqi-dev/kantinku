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5966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064E3B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Sistem Pemesanan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Kantin Digital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 alur yang mudah dipahami  ·  ERD database  ·  Screenshot aplikasi nyata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Negeri 17  ·  Multi-lapak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KantinKu?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 untuk memesan makanan di kantin sekolah secara digital — multi-lapak, stok real-time, bayar QRIS/di tempat, dan dashboard per peran.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945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online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menu, pilih varian, masuk keranjang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19659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21945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31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Bayar fleksibel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QRIS (Bayar.gg) atau bayar di kantin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54880" y="19659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94960" y="21945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31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9204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Multi-lapak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9204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gerai kelola produk &amp; pesanan sendiri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903720" y="19659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43800" y="21945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331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Komisi platform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4088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atur % komisi otomatis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arsitektur singkat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+ TypeScript + Tailwind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9144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+ Lenis smooth scroll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9144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AppContext + localStorage (MVP) / Supabase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20440"/>
            <a:ext cx="9144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11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role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867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· admin · seller · buyer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188720"/>
            <a:ext cx="9144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280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Pembayaran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Bayar.gg API (QRIS / e-wallet) + bayar di tempat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96596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965960"/>
            <a:ext cx="9144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2313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(schema.sql)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743200"/>
            <a:ext cx="9144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834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deep-link (wa.me)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5204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520440"/>
            <a:ext cx="9144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611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3867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env Bayar.gg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PENGGUNA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pakai apa? (4 role)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(buyer)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600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·  /cart  ·  /orders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menu · Keranjang · Checkout · Riwayat &amp; rating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3716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087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 (seller)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60720" y="1600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/dashboard/seller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6072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produk &amp; stok · Update status pesanan · Omzet bersih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" y="27889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108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7160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/dashboard/admin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37160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pesanan · Lihat penjual · Laporan (bukan kelola menu)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7889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37760" y="3108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2461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6072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76072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/dashboard/super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76072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Komisi platform · Kelola akun · Monitoring global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BESAR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sistem dalam 1 layar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menu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94560" y="21945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keranjang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checkout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31920" y="21945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 QRIS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di tempat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21945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 proses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21945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ambil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Intinya: siswa pesan lewat HP → bayar → lapak masak → ambil di kantin. Admin pantau, Super Admin atur komisi.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CUSTOMER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siswa memesan (langkah mudah)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20700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beranda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hero + daftar menu semua lapak (filter lapak/kategori/cari)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20700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12618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produk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detail → pilih varian (harga &amp; stok berbeda) → Tambah keranjang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36792" y="120700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2618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Keranjang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lapak per checkout. Atur qty, lanjut bayar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7432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" y="294436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9992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nama/kelas/WA · pilih Bayar di kantin atau QRIS online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7432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6432" y="294436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456432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77640" y="29992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Bayar &amp; pantau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7472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QRIS → scan · status masuk /orders · ambil saat Siap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27432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36792" y="294436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29992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5508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completed → boleh kasih rating &amp; komentar ke lapak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· CUSTOMER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Beranda &amp; daftar menu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C:\Users\ADVAN\kantinku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4114800" cy="2569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navigasi Menu / Pesanan / Masuk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868680"/>
            <a:ext cx="4069080" cy="3246120"/>
          </a:xfrm>
          <a:prstGeom prst="roundRect">
            <a:avLst>
              <a:gd name="adj" fmla="val 2254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C:\Users\ADVAN\kantinku\screenshots\12-menu-produc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960120"/>
            <a:ext cx="3886200" cy="2569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36118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lapak &amp; kategori · kartu produk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· CUSTOMER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produk &amp; halaman masuk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C:\Users\ADVAN\kantinku\screenshots\11-product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484632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86868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C:\Users\ADVAN\kantinku\screenshots\02-log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0" y="1005840"/>
            <a:ext cx="297180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3474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customer / penjual / admin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PEMBAYARAN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cara bayar — pilih saat checkout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41148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Bayar di kantin (COD)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metode canteen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dibuat, status waiting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paymentStatus: unpaid / pending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 tunai/QRIS gerai saat ambil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 proses &amp; selesaikan order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148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Online QRIS (Bayar.gg)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/api/bayar/create → invoice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scan QRIS di modal/redirect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GET /api/bayar/check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opsional konfirmasi paid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berkurang · masuk dashboard penjual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PENJUAL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pesanan masuk sampai selesai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8288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Menunggu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19456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baru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diproses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105156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2344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76272" y="18288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Diproses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76272" y="219456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 dimasak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disiapkan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105156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234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13632" y="18288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13632" y="219456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diambil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77840" y="105156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50992" y="18288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50992" y="219456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diambil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(opsional rating)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0" y="105156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1234440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88352" y="18288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88352" y="219456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Dibatalkan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dikembalikan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017520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hanya bisa dilakukan penjual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3520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/ edit / hapus produk &amp; varian  ·  Atur stok  ·  Ubah status pesanan  ·  Lihat omzet kotor &amp; pendapatan bersih (setelah komisi)  ·  Chat WA ke pembeli  ·  Tidak belanja di menu utama (auto-redirect ke dashboard)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dashboard role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C:\Users\ADVAN\kantinku\screenshots\07-seller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914400"/>
            <a:ext cx="2688336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39136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 — GERAI RPL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82296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C:\Users\ADVAN\kantinku\screenshots\08-admin-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19272" y="914400"/>
            <a:ext cx="2688336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9272" y="39136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platform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17920" y="82296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C:\Users\ADVAN\kantinku\screenshots\09-super-dashboar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91072" y="914400"/>
            <a:ext cx="2688336" cy="2926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91072" y="39136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vs Super Admin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411480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semua pesanan platform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daftar penjual / lapak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penjualan ringkas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kelola produk &amp; stok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ubah komisi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41148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kemampuan Admin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commission_rate (default 7%)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akun admin / penjual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global platform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role untuk jualan harian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— Entity Relationship Diagram</a:t>
            </a:r>
            <a:endParaRPr lang="en-US" sz="1800" dirty="0"/>
          </a:p>
        </p:txBody>
      </p:sp>
      <p:pic>
        <p:nvPicPr>
          <p:cNvPr id="3" name="Image 0" descr="C:\Users\ADVAN\kantinku\screenshots\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45720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MUDAH DIPAHAMI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baca relasi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52728"/>
            <a:ext cx="411480" cy="4114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52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1247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Lapak punya banyak Produk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→ products (seller_id). Tiap gerai hanya lihat &amp; kelola menu miliknya.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252728"/>
            <a:ext cx="411480" cy="4114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52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1247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Produk punya banyak Varian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4356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product_variants. Harga &amp; stok ada di varian (mis. Mie Goreng / Mie Kuah).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4206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395728"/>
            <a:ext cx="411480" cy="4114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2677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Lapak punya banyak Pesanan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5786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→ orders (seller_id). Isolasi: penjual A tidak lihat order penjual B.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4206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395728"/>
            <a:ext cx="411480" cy="4114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22677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Pesanan punya banyak Item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5786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→ order_items. Tiap baris simpan product_id + variant_id + snapshot harga.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4206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538728"/>
            <a:ext cx="411480" cy="4114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4107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terhubung ke Order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7216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(buyer) → orders (buyer_id). Boleh null untuk guest (isi nama manual).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246120"/>
            <a:ext cx="4206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538728"/>
            <a:ext cx="411480" cy="4114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34107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Akun penjual menempel ke Lapak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7216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users.seller_id → sellers.id. Role seller wajib punya sellerId.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BISNIS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Komisi &amp; isolasi multi-lapak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321040" cy="13716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 saat checkout (disimpan di orders)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  →  commission_amount = subtotal × rate%  →  seller_amount = subtotal − commission  →  total = subtotal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platform_settings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baris global: school_name, commission_rate (7%), order_seq, WA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6974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Isolasi query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products.filter(sellerId) · orders.filter(sellerId) — penjual hanya data sendiri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6974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Keranjang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CartItem wajib 1 sellerId — tidak campur belanja multi-lapak dalam 1 checkout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KantinKu  ·  SMK Negeri 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alur (ingat 4 hal)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097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pesan → bayar → ambil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· varian · keranjang · checkout · 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 kelola lapak sendiri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194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Produk, stok, status Menunggu→…→Selesai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6517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pantau, Super atur komisi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jualan harian — governance platform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terisolasi per seller_id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749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sellers → products/variants → orders/items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KantinKu — Alur Sistem, ERD &amp; Screenshot</dc:title>
  <dc:subject>Penjelasan alur aplikasi pemesanan kantin digital</dc:subject>
  <dc:creator>KantinKu</dc:creator>
  <cp:lastModifiedBy>KantinKu</cp:lastModifiedBy>
  <cp:revision>1</cp:revision>
  <dcterms:created xsi:type="dcterms:W3CDTF">2026-07-23T07:35:57Z</dcterms:created>
  <dcterms:modified xsi:type="dcterms:W3CDTF">2026-07-23T07:35:57Z</dcterms:modified>
</cp:coreProperties>
</file>